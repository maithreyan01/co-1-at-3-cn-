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3CB0DD-2C3A-4212-ACCD-657DEF040C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7A1C27-3534-484C-808D-ADCF10B404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1"/>
          <a:stretch/>
        </p:blipFill>
        <p:spPr>
          <a:xfrm>
            <a:off x="0" y="720"/>
            <a:ext cx="12191760" cy="685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/>
          <a:stretch/>
        </p:blipFill>
        <p:spPr>
          <a:xfrm>
            <a:off x="0" y="720"/>
            <a:ext cx="12191760" cy="685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720"/>
            <a:ext cx="12191760" cy="685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0" y="720"/>
            <a:ext cx="12191760" cy="685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9304e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0" y="0"/>
            <a:ext cx="200520" cy="68572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" name="TextBox 1"/>
          <p:cNvSpPr/>
          <p:nvPr/>
        </p:nvSpPr>
        <p:spPr>
          <a:xfrm>
            <a:off x="960120" y="2057400"/>
            <a:ext cx="10240560" cy="10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Aptos"/>
              </a:rPr>
              <a:t>ARTIFICIAL INTELLIGENCE FOR NETWORK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Aptos"/>
              </a:rPr>
              <a:t>TRAFFIC MANAGEMENT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TextBox 3"/>
          <p:cNvSpPr/>
          <p:nvPr/>
        </p:nvSpPr>
        <p:spPr>
          <a:xfrm>
            <a:off x="1005840" y="3977640"/>
            <a:ext cx="9874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dae6ef"/>
                </a:solidFill>
                <a:uFillTx/>
                <a:latin typeface="Aptos"/>
              </a:rPr>
              <a:t>Computer Networks CSA0708 · Technical Presentation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extBox 8"/>
          <p:cNvSpPr/>
          <p:nvPr/>
        </p:nvSpPr>
        <p:spPr>
          <a:xfrm>
            <a:off x="1005840" y="4372560"/>
            <a:ext cx="73144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IN" sz="2100" strike="noStrike" u="none">
                <a:solidFill>
                  <a:srgbClr val="ffffff"/>
                </a:solidFill>
                <a:uFillTx/>
                <a:latin typeface="Aptos"/>
              </a:rPr>
              <a:t>Presented by: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uFillTx/>
                <a:latin typeface="Aptos"/>
              </a:rPr>
              <a:t>Maithreyan P  1972260089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IN" sz="2100" strike="noStrike" u="none">
                <a:solidFill>
                  <a:srgbClr val="ffffff"/>
                </a:solidFill>
                <a:uFillTx/>
                <a:latin typeface="Aptos"/>
              </a:rPr>
              <a:t>Guided by: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IN" sz="2100" strike="noStrike" u="none">
                <a:solidFill>
                  <a:srgbClr val="ffffff"/>
                </a:solidFill>
                <a:uFillTx/>
                <a:latin typeface="Aptos"/>
              </a:rPr>
              <a:t>Dr R Shankar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Introduction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02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Box 5"/>
          <p:cNvSpPr/>
          <p:nvPr/>
        </p:nvSpPr>
        <p:spPr>
          <a:xfrm>
            <a:off x="812160" y="1417320"/>
            <a:ext cx="10423440" cy="18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Computer networks carry many types of data every day.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Traffic includes video, voice calls, websites and file transfers.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Fixed network rules may not respond quickly to changing demand.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AI can help networks understand traffic and manage it automatically.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Rounded Rectangle 6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0" name="TextBox 7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This presentation explains how AI helps networks classify, predict and manage traffic.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2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Problem with Traditional Management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4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03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TextBox 5"/>
          <p:cNvSpPr/>
          <p:nvPr/>
        </p:nvSpPr>
        <p:spPr>
          <a:xfrm>
            <a:off x="868680" y="1417320"/>
            <a:ext cx="10423440" cy="23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Static rules cannot easily adapt to changing traffic.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Network teams often react only after congestion or failures occur.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Cloud, IoT, video and 5G make traffic more complex.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Encryption makes it harder to inspect message contents.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Arial"/>
              <a:buChar char="•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These issues can cause delays, wasted capacity and slow recovery.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Rounded Rectangle 6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7" name="TextBox 7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Traditional systems often respond after a problem has already affected users.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9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What Is AI Traffic Management?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1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04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TextBox 5"/>
          <p:cNvSpPr/>
          <p:nvPr/>
        </p:nvSpPr>
        <p:spPr>
          <a:xfrm>
            <a:off x="868680" y="1417320"/>
            <a:ext cx="10423440" cy="23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AI studies network data to find patterns.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It can identify different types of traffic.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It can predict when a link may become busy.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It can suggest better routes and traffic priorities.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The network measures results and adjusts again.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Rounded Rectangle 6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4" name="TextBox 7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AI makes traffic management more predictive instead of only reactive.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6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How the AI System Works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8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05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Box 5"/>
          <p:cNvSpPr/>
          <p:nvPr/>
        </p:nvSpPr>
        <p:spPr>
          <a:xfrm>
            <a:off x="868680" y="1417320"/>
            <a:ext cx="10423440" cy="23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1. Observe: collect traffic, queue and delay information.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2. Learn: find patterns and unusual activity.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3. Decide: choose routes, rates and priorities.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4. Act: send the chosen rules to network devices.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The system repeats this cycle using new measurements.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Rounded Rectangle 6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1" name="TextBox 7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The main cycle is observe, learn, decide and act.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3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Main AI Techniques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5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07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Rounded Rectangle 5"/>
          <p:cNvSpPr/>
          <p:nvPr/>
        </p:nvSpPr>
        <p:spPr>
          <a:xfrm>
            <a:off x="868680" y="1463040"/>
            <a:ext cx="4982760" cy="14166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3069a0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7" name="TextBox 6"/>
          <p:cNvSpPr/>
          <p:nvPr/>
        </p:nvSpPr>
        <p:spPr>
          <a:xfrm>
            <a:off x="1097280" y="1691640"/>
            <a:ext cx="4479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3069a0"/>
                </a:solidFill>
                <a:uFillTx/>
                <a:latin typeface="Aptos"/>
              </a:rPr>
              <a:t>SUPERVISED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Box 7"/>
          <p:cNvSpPr/>
          <p:nvPr/>
        </p:nvSpPr>
        <p:spPr>
          <a:xfrm>
            <a:off x="1097280" y="2176200"/>
            <a:ext cx="447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a343e"/>
                </a:solidFill>
                <a:uFillTx/>
                <a:latin typeface="Aptos"/>
              </a:rPr>
              <a:t>Classifies traffic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Rounded Rectangle 8"/>
          <p:cNvSpPr/>
          <p:nvPr/>
        </p:nvSpPr>
        <p:spPr>
          <a:xfrm>
            <a:off x="6172200" y="1463040"/>
            <a:ext cx="4982760" cy="14166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368e91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" name="TextBox 9"/>
          <p:cNvSpPr/>
          <p:nvPr/>
        </p:nvSpPr>
        <p:spPr>
          <a:xfrm>
            <a:off x="6400800" y="1691640"/>
            <a:ext cx="4479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368e91"/>
                </a:solidFill>
                <a:uFillTx/>
                <a:latin typeface="Aptos"/>
              </a:rPr>
              <a:t>UNSUPERVISED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0" y="2176200"/>
            <a:ext cx="447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a343e"/>
                </a:solidFill>
                <a:uFillTx/>
                <a:latin typeface="Aptos"/>
              </a:rPr>
              <a:t>Finds unusual activity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Rounded Rectangle 11"/>
          <p:cNvSpPr/>
          <p:nvPr/>
        </p:nvSpPr>
        <p:spPr>
          <a:xfrm>
            <a:off x="868680" y="3429000"/>
            <a:ext cx="4982760" cy="14166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19304e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3" name="TextBox 12"/>
          <p:cNvSpPr/>
          <p:nvPr/>
        </p:nvSpPr>
        <p:spPr>
          <a:xfrm>
            <a:off x="1097280" y="3657600"/>
            <a:ext cx="4479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9304e"/>
                </a:solidFill>
                <a:uFillTx/>
                <a:latin typeface="Aptos"/>
              </a:rPr>
              <a:t>TIME SERIES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TextBox 13"/>
          <p:cNvSpPr/>
          <p:nvPr/>
        </p:nvSpPr>
        <p:spPr>
          <a:xfrm>
            <a:off x="1097280" y="4142160"/>
            <a:ext cx="447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a343e"/>
                </a:solidFill>
                <a:uFillTx/>
                <a:latin typeface="Aptos"/>
              </a:rPr>
              <a:t>Predicts traffic load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Rounded Rectangle 14"/>
          <p:cNvSpPr/>
          <p:nvPr/>
        </p:nvSpPr>
        <p:spPr>
          <a:xfrm>
            <a:off x="6172200" y="3429000"/>
            <a:ext cx="4982760" cy="14166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586e8c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6" name="TextBox 15"/>
          <p:cNvSpPr/>
          <p:nvPr/>
        </p:nvSpPr>
        <p:spPr>
          <a:xfrm>
            <a:off x="6400800" y="3657600"/>
            <a:ext cx="44798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586e8c"/>
                </a:solidFill>
                <a:uFillTx/>
                <a:latin typeface="Aptos"/>
              </a:rPr>
              <a:t>REINFORCEMENT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TextBox 16"/>
          <p:cNvSpPr/>
          <p:nvPr/>
        </p:nvSpPr>
        <p:spPr>
          <a:xfrm>
            <a:off x="6400800" y="4142160"/>
            <a:ext cx="447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a343e"/>
                </a:solidFill>
                <a:uFillTx/>
                <a:latin typeface="Aptos"/>
              </a:rPr>
              <a:t>Learns routing choices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Rounded Rectangle 17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9" name="TextBox 18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Different AI methods are used for different network tasks.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Use Case 1: Classification and Detection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08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868680" y="1417320"/>
            <a:ext cx="10423440" cy="23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Classification identifies traffic such as video, voice and web use.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Traffic can be recognised using flow patterns like size and timing.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Anomaly detection learns what normal traffic looks like.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It can flag unusual spikes, port scans or possible DDoS activity.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This helps the network apply priorities and raise alerts faster.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Rounded Rectangle 6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Classification helps prioritise traffic, while anomaly detection helps spot unusual activity.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Use Case 2: Prediction and Routing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09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68680" y="1417320"/>
            <a:ext cx="10423440" cy="23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AI models can forecast future link load.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Traffic can be moved before congestion becomes severe.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Routing methods can choose paths with lower delay and packet loss.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Load balancing spreads traffic across links or servers.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"/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Reinforcement learning is usually tested in simulation first.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Prediction and routing work together to reduce congestion.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System Architecture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10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960120" y="1325880"/>
            <a:ext cx="6537240" cy="749160"/>
          </a:xfrm>
          <a:prstGeom prst="roundRect">
            <a:avLst>
              <a:gd name="adj" fmla="val 16667"/>
            </a:avLst>
          </a:prstGeom>
          <a:solidFill>
            <a:srgbClr val="3069a0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1188720" y="1417320"/>
            <a:ext cx="214812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Aptos"/>
              </a:rPr>
              <a:t>APPLICATION PLANE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3337560" y="1435680"/>
            <a:ext cx="383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Aptos"/>
              </a:rPr>
              <a:t>Traffic engineering • QoS • Security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Rounded Rectangle 8"/>
          <p:cNvSpPr/>
          <p:nvPr/>
        </p:nvSpPr>
        <p:spPr>
          <a:xfrm>
            <a:off x="960120" y="2350080"/>
            <a:ext cx="6537240" cy="749160"/>
          </a:xfrm>
          <a:prstGeom prst="roundRect">
            <a:avLst>
              <a:gd name="adj" fmla="val 16667"/>
            </a:avLst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1188720" y="2441520"/>
            <a:ext cx="214812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Aptos"/>
              </a:rPr>
              <a:t>CONTROL PLANE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337560" y="2459880"/>
            <a:ext cx="383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Aptos"/>
              </a:rPr>
              <a:t>SDN controller + AI engine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Rounded Rectangle 11"/>
          <p:cNvSpPr/>
          <p:nvPr/>
        </p:nvSpPr>
        <p:spPr>
          <a:xfrm>
            <a:off x="960120" y="3374280"/>
            <a:ext cx="6537240" cy="749160"/>
          </a:xfrm>
          <a:prstGeom prst="roundRect">
            <a:avLst>
              <a:gd name="adj" fmla="val 16667"/>
            </a:avLst>
          </a:prstGeom>
          <a:solidFill>
            <a:srgbClr val="19304e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1188720" y="3465720"/>
            <a:ext cx="214812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Aptos"/>
              </a:rPr>
              <a:t>DATA PLANE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TextBox 13"/>
          <p:cNvSpPr/>
          <p:nvPr/>
        </p:nvSpPr>
        <p:spPr>
          <a:xfrm>
            <a:off x="3337560" y="3483720"/>
            <a:ext cx="383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Aptos"/>
              </a:rPr>
              <a:t>Switches and routers forward packets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7955280" y="1874520"/>
            <a:ext cx="32911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800"/>
              </a:spcAft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Telemetry flows up to the AI engine.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800"/>
              </a:spcAft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Routes and QoS rules flow back down.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Rounded Rectangle 15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9" name="TextBox 16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The AI engine can work beside a software-defined networking controller.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Challenges and Limitations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11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868680" y="1417320"/>
            <a:ext cx="10423440" cy="26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"/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Data may be incomplete, limited or out of date.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"/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AI decisions must be made quickly enough for network traffic.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"/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Operators need to understand why a route was changed.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"/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Attackers may try to fool AI models.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"/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Traffic patterns change, so models may need retraining.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1400"/>
              </a:spcAft>
              <a:buFont typeface="Wingdings" charset="2"/>
              <a:buChar char=""/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Incorrect automated actions can interrupt service.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Rounded Rectangle 6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AI needs monitoring and safe fallback rules before wide use.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Future Scope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12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868680" y="1417320"/>
            <a:ext cx="10423440" cy="23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Intent-based networking: users state goals and AI helps configure the network.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Federated learning: models learn across networks without sharing raw traffic.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AI-based management can support 5G and future 6G networks.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Explainable AI can help operators understand decisions.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000" strike="noStrike" u="none">
                <a:solidFill>
                  <a:srgbClr val="2a343e"/>
                </a:solidFill>
                <a:uFillTx/>
                <a:latin typeface="Aptos"/>
              </a:rPr>
              <a:t>Safer testing and retraining can improve reliability.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Rounded Rectangle 6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Future systems aim to be more adaptable, explainable and safe.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685800" y="38412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9304e"/>
                </a:solidFill>
                <a:uFillTx/>
                <a:latin typeface="Aptos"/>
              </a:rPr>
              <a:t>Conclusion and References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Rectangle 3"/>
          <p:cNvSpPr/>
          <p:nvPr/>
        </p:nvSpPr>
        <p:spPr>
          <a:xfrm>
            <a:off x="685800" y="1024200"/>
            <a:ext cx="1050840" cy="49680"/>
          </a:xfrm>
          <a:prstGeom prst="rect">
            <a:avLst/>
          </a:prstGeom>
          <a:solidFill>
            <a:srgbClr val="368e91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11109960" y="6400800"/>
            <a:ext cx="4564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64707c"/>
                </a:solidFill>
                <a:uFillTx/>
                <a:latin typeface="Aptos"/>
              </a:rPr>
              <a:t>13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868680" y="1417320"/>
            <a:ext cx="10423440" cy="26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4572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AI can make network management predictive and adaptive.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It can classify traffic, detect anomalies, forecast load and improve routing.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Data quality, speed, explainability and safety remain important.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References: Boutaba et al., “A comprehensive survey on machine learning for networking” (2018).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Mestres et al., “Knowledge-Defined Networking” (2017).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trike="noStrike" u="none">
                <a:solidFill>
                  <a:srgbClr val="2a343e"/>
                </a:solidFill>
                <a:uFillTx/>
                <a:latin typeface="Aptos"/>
              </a:rPr>
              <a:t>Thank you — any questions?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Rounded Rectangle 6"/>
          <p:cNvSpPr/>
          <p:nvPr/>
        </p:nvSpPr>
        <p:spPr>
          <a:xfrm>
            <a:off x="685800" y="5623560"/>
            <a:ext cx="10834920" cy="50220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868680" y="5715000"/>
            <a:ext cx="1046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4707c"/>
                </a:solidFill>
                <a:uFillTx/>
                <a:latin typeface="Aptos"/>
              </a:rPr>
              <a:t>SAY: The key message is that AI can improve traffic management when it is used carefully.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LibreOfficeDev/24.8.7.2.0$Android_AARCH64 LibreOffice_project/</Application>
  <AppVersion>15.0000</AppVersion>
  <Words>763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DELL</dc:creator>
  <dc:description>generated using python-pptx</dc:description>
  <dc:language>en-US</dc:language>
  <cp:lastModifiedBy/>
  <dcterms:modified xsi:type="dcterms:W3CDTF">2026-10-29T17:48:51Z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12</vt:r8>
  </property>
</Properties>
</file>